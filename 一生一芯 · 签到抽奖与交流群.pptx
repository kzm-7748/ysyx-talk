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8" r:id="rId4"/>
    <p:sldId id="256" r:id="rId6"/>
    <p:sldId id="257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0" y="63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现场奖品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778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 txBox="1"/>
          <p:nvPr/>
        </p:nvSpPr>
        <p:spPr>
          <a:xfrm>
            <a:off x="7620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雨伞 × 1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9772" r="9772"/>
          <a:stretch>
            <a:fillRect/>
          </a:stretch>
        </p:blipFill>
        <p:spPr>
          <a:xfrm>
            <a:off x="3302000" y="1778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30480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帆布袋 × 3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2499" r="12500"/>
          <a:stretch>
            <a:fillRect/>
          </a:stretch>
        </p:blipFill>
        <p:spPr>
          <a:xfrm>
            <a:off x="5588000" y="1778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 txBox="1"/>
          <p:nvPr/>
        </p:nvSpPr>
        <p:spPr>
          <a:xfrm>
            <a:off x="53340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钥匙扣 × 5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l="12500" r="12499"/>
          <a:stretch>
            <a:fillRect/>
          </a:stretch>
        </p:blipFill>
        <p:spPr>
          <a:xfrm>
            <a:off x="7874000" y="17780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 txBox="1"/>
          <p:nvPr/>
        </p:nvSpPr>
        <p:spPr>
          <a:xfrm>
            <a:off x="7620000" y="3683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贴纸 × 5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共 14 份奖品，签到同学均有机会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扫码签到 · 参与抽奖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0" y="177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微信扫描下方二维码，输入姓名即可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826000" y="2413000"/>
            <a:ext cx="2540000" cy="254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 txBox="1"/>
          <p:nvPr/>
        </p:nvSpPr>
        <p:spPr>
          <a:xfrm>
            <a:off x="0" y="520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签到后请在座位上等待抽奖环节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加入交流群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0" y="177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关注一生一芯校内学习动态，获取开源资料</a:t>
            </a:r>
            <a:endParaRPr 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0" y="2355215"/>
            <a:ext cx="2514600" cy="2514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/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Arial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</cp:lastModifiedBy>
  <cp:revision>2</cp:revision>
  <dcterms:created xsi:type="dcterms:W3CDTF">2026-10-16T16:51:00Z</dcterms:created>
  <dcterms:modified xsi:type="dcterms:W3CDTF">2026-10-16T16:54:05Z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C4AAD73412A34399A805B6529056E7A7_12</vt:lpwstr>
  </property>
  <property fmtid="{D5CDD505-2E9C-101B-9397-08002B2CF9AE}" pid="3" name="KSOProductBuildVer">
    <vt:lpwstr>2052-12.1.0.23125</vt:lpwstr>
  </property>
</Properties>
</file>